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 type="screen16x9"/>
  <p:notesSz cx="6858000" cy="9144000"/>
  <p:defaultTextStyle>
    <a:defPPr>
      <a:defRPr lang="en-US" sz="1800">
        <a:latin typeface="Arial"/>
        <a:ea typeface="Arial"/>
        <a:cs typeface="Arial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" d="1"/>
          <a:sy n="1" d="1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lang="en-US" sz="3200" b="1">
          <a:solidFill>
            <a:srgbClr val="000000"/>
          </a:solidFill>
          <a:latin typeface="Arial"/>
          <a:ea typeface="Arial"/>
          <a:cs typeface="Arial"/>
        </a:defRPr>
      </a:lvl1pPr>
    </p:titleStyle>
    <p:bodyStyle>
      <a:lvl1pPr algn="l">
        <a:defRPr lang="en-US" sz="1800" b="0">
          <a:solidFill>
            <a:srgbClr val="000000"/>
          </a:solidFill>
          <a:latin typeface="Arial"/>
          <a:ea typeface="Arial"/>
          <a:cs typeface="Arial"/>
        </a:defRPr>
      </a:lvl1pPr>
    </p:bodyStyle>
    <p:otherStyle>
      <a:lvl1pPr algn="l">
        <a:defRPr lang="en-US" sz="1800" b="0">
          <a:solidFill>
            <a:srgbClr val="000000"/>
          </a:solidFill>
          <a:latin typeface="Arial"/>
          <a:ea typeface="Arial"/>
          <a:cs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Earth Science field investigation — Weathering evidence (SCHO-255)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Earth Science 8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20 points · Published assignment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Teacher-authorized presentation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1/9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Learning goal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distinguish physical and chemical weathering using evidence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2/9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Investigation · 1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Observe two safe examples around your home or school without collecting samples.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3/9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Investigation · 2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Write a 200–300 word claim-evidence-reasoning explanation identifying each weathering process, two observations, and one alternative explanation.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4/9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Investigation · 3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Include a labelled sketch or photo only if you have permission; do not include people or location details.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5/9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Investigation · 4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Finish with one question for peer discussion.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6/9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Success criteria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accurate science (8 points), specific evidence and reasoning (8 points), clear communication (4 points)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7/9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Discuss and explain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What evidence distinguishes physical and chemical weathering? Explain an alternative interpretation of your observations.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8/9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t surface"/>
          <p:cNvSpPr/>
          <p:nvPr/>
        </p:nvSpPr>
        <p:spPr>
          <a:xfrm>
            <a:off x="162560" y="162560"/>
            <a:ext cx="11866880" cy="6532880"/>
          </a:xfrm>
          <a:prstGeom prst="roundRect">
            <a:avLst>
              <a:gd name="adj" fmla="val 2488"/>
            </a:avLst>
          </a:prstGeom>
          <a:solidFill>
            <a:srgbClr val="FFF9EF"/>
          </a:solidFill>
          <a:ln w="10160" cap="rnd">
            <a:solidFill>
              <a:srgbClr val="F2E3D5"/>
            </a:solidFill>
            <a:prstDash val="solid"/>
          </a:ln>
        </p:spPr>
      </p:sp>
      <p:sp>
        <p:nvSpPr>
          <p:cNvPr id="3" name="Block 1 text"/>
          <p:cNvSpPr txBox="1"/>
          <p:nvPr/>
        </p:nvSpPr>
        <p:spPr>
          <a:xfrm>
            <a:off x="650240" y="508000"/>
            <a:ext cx="10891520" cy="1117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288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Assignment source</a:t>
            </a:r>
            <a:endParaRPr lang="en-US" sz="288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lock 2 text"/>
          <p:cNvSpPr txBox="1"/>
          <p:nvPr/>
        </p:nvSpPr>
        <p:spPr>
          <a:xfrm>
            <a:off x="650240" y="1828800"/>
            <a:ext cx="10891520" cy="375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Course 895811762849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Coursework 896258346598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Fetched 2026-10-28T04:52:48.285Z</a:t>
            </a:r>
            <a:br/>
            <a:r>
              <a:rPr lang="en-US" sz="192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 xml:space="preserve">Synthetic customer demo · No roster, submissions or grades included.</a:t>
            </a:r>
            <a:endParaRPr lang="en-US" sz="192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ck 3 text"/>
          <p:cNvSpPr txBox="1"/>
          <p:nvPr/>
        </p:nvSpPr>
        <p:spPr>
          <a:xfrm>
            <a:off x="650240" y="6197600"/>
            <a:ext cx="1089152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fontAlgn="base">
              <a:lnSpc>
                <a:spcPct val="139130"/>
              </a:lnSpc>
              <a:buNone/>
            </a:pPr>
            <a:r>
              <a:rPr lang="en-US" sz="960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 xml:space="preserve">9/9 · Course 895811762849 · Work 896258346598 · 2026-10-28T04:52:48.285Z</a:t>
            </a:r>
            <a:endParaRPr lang="en-US" sz="960" b="0" dirty="0">
              <a:solidFill>
                <a:srgbClr val="55555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pace">
  <a:themeElements>
    <a:clrScheme name="Workspace">
      <a:dk1>
        <a:sysClr val="windowText" lastClr="000000"/>
      </a:dk1>
      <a:lt1>
        <a:sysClr val="window" lastClr="FFFFFF"/>
      </a:lt1>
      <a:dk2>
        <a:srgbClr val="2B0B05"/>
      </a:dk2>
      <a:lt2>
        <a:srgbClr val="F5F1EB"/>
      </a:lt2>
      <a:accent1>
        <a:srgbClr val="FF6633"/>
      </a:accent1>
      <a:accent2>
        <a:srgbClr val="F6821F"/>
      </a:accent2>
      <a:accent3>
        <a:srgbClr val="FBAD41"/>
      </a:accent3>
      <a:accent4>
        <a:srgbClr val="747474"/>
      </a:accent4>
      <a:accent5>
        <a:srgbClr val="0A95FF"/>
      </a:accent5>
      <a:accent6>
        <a:srgbClr val="9B3FF6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</a:majorFont>
      <a:min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</a:minorFont>
    </a:fontScheme>
    <a:fmtScheme name="Work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100000">
              <a:schemeClr val="phClr">
                <a:tint val="98000"/>
                <a:satMod val="130000"/>
                <a:shade val="9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Gadgets</Application>
  <PresentationFormat>Widescreen</PresentationFormat>
  <Slides>9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9</vt:i4>
      </vt:variant>
    </vt:vector>
  </HeadingPairs>
  <TitlesOfParts>
    <vt:vector size="9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Cloudflare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Workspace Slides</dc:title>
  <dc:creator>Gadgets</dc:creator>
  <cp:lastModifiedBy>Gadgets</cp:lastModifiedBy>
  <cp:revision>1</cp:revision>
</cp:coreProperties>
</file>